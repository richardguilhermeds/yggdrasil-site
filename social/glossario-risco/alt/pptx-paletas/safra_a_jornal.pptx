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9050" y="1905000"/>
            <a:ext cx="10325100" cy="19050"/>
          </a:xfrm>
          <a:prstGeom prst="rect">
            <a:avLst/>
          </a:prstGeom>
          <a:solidFill>
            <a:srgbClr val="E1D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9050" y="3429000"/>
            <a:ext cx="10325100" cy="19050"/>
          </a:xfrm>
          <a:prstGeom prst="rect">
            <a:avLst/>
          </a:prstGeom>
          <a:solidFill>
            <a:srgbClr val="E1D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9050" y="4953000"/>
            <a:ext cx="10325100" cy="19050"/>
          </a:xfrm>
          <a:prstGeom prst="rect">
            <a:avLst/>
          </a:prstGeom>
          <a:solidFill>
            <a:srgbClr val="E1D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-304800" y="3790950"/>
            <a:ext cx="10582275" cy="2514600"/>
          </a:xfrm>
          <a:custGeom>
            <a:avLst/>
            <a:gdLst/>
            <a:ahLst/>
            <a:cxnLst/>
            <a:rect l="l" t="t" r="r" b="b"/>
            <a:pathLst>
              <a:path w="1111" h="264">
                <a:moveTo>
                  <a:pt x="4" y="264"/>
                </a:moveTo>
                <a:lnTo>
                  <a:pt x="35" y="237"/>
                </a:lnTo>
                <a:lnTo>
                  <a:pt x="65" y="212"/>
                </a:lnTo>
                <a:lnTo>
                  <a:pt x="96" y="190"/>
                </a:lnTo>
                <a:lnTo>
                  <a:pt x="127" y="171"/>
                </a:lnTo>
                <a:lnTo>
                  <a:pt x="157" y="153"/>
                </a:lnTo>
                <a:lnTo>
                  <a:pt x="188" y="137"/>
                </a:lnTo>
                <a:lnTo>
                  <a:pt x="219" y="123"/>
                </a:lnTo>
                <a:lnTo>
                  <a:pt x="250" y="110"/>
                </a:lnTo>
                <a:lnTo>
                  <a:pt x="280" y="99"/>
                </a:lnTo>
                <a:lnTo>
                  <a:pt x="311" y="89"/>
                </a:lnTo>
                <a:lnTo>
                  <a:pt x="342" y="80"/>
                </a:lnTo>
                <a:lnTo>
                  <a:pt x="372" y="71"/>
                </a:lnTo>
                <a:lnTo>
                  <a:pt x="403" y="64"/>
                </a:lnTo>
                <a:lnTo>
                  <a:pt x="434" y="58"/>
                </a:lnTo>
                <a:lnTo>
                  <a:pt x="465" y="52"/>
                </a:lnTo>
                <a:lnTo>
                  <a:pt x="495" y="46"/>
                </a:lnTo>
                <a:lnTo>
                  <a:pt x="526" y="42"/>
                </a:lnTo>
                <a:lnTo>
                  <a:pt x="557" y="37"/>
                </a:lnTo>
                <a:lnTo>
                  <a:pt x="588" y="34"/>
                </a:lnTo>
                <a:lnTo>
                  <a:pt x="619" y="30"/>
                </a:lnTo>
                <a:lnTo>
                  <a:pt x="649" y="27"/>
                </a:lnTo>
                <a:lnTo>
                  <a:pt x="680" y="24"/>
                </a:lnTo>
                <a:lnTo>
                  <a:pt x="711" y="22"/>
                </a:lnTo>
                <a:lnTo>
                  <a:pt x="742" y="20"/>
                </a:lnTo>
                <a:lnTo>
                  <a:pt x="772" y="18"/>
                </a:lnTo>
                <a:lnTo>
                  <a:pt x="803" y="16"/>
                </a:lnTo>
                <a:lnTo>
                  <a:pt x="834" y="15"/>
                </a:lnTo>
                <a:lnTo>
                  <a:pt x="865" y="13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7"/>
                </a:lnTo>
                <a:lnTo>
                  <a:pt x="834" y="9"/>
                </a:lnTo>
                <a:lnTo>
                  <a:pt x="803" y="10"/>
                </a:lnTo>
                <a:lnTo>
                  <a:pt x="772" y="12"/>
                </a:lnTo>
                <a:lnTo>
                  <a:pt x="741" y="14"/>
                </a:lnTo>
                <a:lnTo>
                  <a:pt x="710" y="16"/>
                </a:lnTo>
                <a:lnTo>
                  <a:pt x="680" y="18"/>
                </a:lnTo>
                <a:lnTo>
                  <a:pt x="649" y="21"/>
                </a:lnTo>
                <a:lnTo>
                  <a:pt x="618" y="24"/>
                </a:lnTo>
                <a:lnTo>
                  <a:pt x="587" y="28"/>
                </a:lnTo>
                <a:lnTo>
                  <a:pt x="556" y="31"/>
                </a:lnTo>
                <a:lnTo>
                  <a:pt x="525" y="36"/>
                </a:lnTo>
                <a:lnTo>
                  <a:pt x="494" y="40"/>
                </a:lnTo>
                <a:lnTo>
                  <a:pt x="464" y="46"/>
                </a:lnTo>
                <a:lnTo>
                  <a:pt x="433" y="52"/>
                </a:lnTo>
                <a:lnTo>
                  <a:pt x="402" y="58"/>
                </a:lnTo>
                <a:lnTo>
                  <a:pt x="371" y="66"/>
                </a:lnTo>
                <a:lnTo>
                  <a:pt x="340" y="74"/>
                </a:lnTo>
                <a:lnTo>
                  <a:pt x="309" y="83"/>
                </a:lnTo>
                <a:lnTo>
                  <a:pt x="278" y="93"/>
                </a:lnTo>
                <a:lnTo>
                  <a:pt x="247" y="105"/>
                </a:lnTo>
                <a:lnTo>
                  <a:pt x="216" y="117"/>
                </a:lnTo>
                <a:lnTo>
                  <a:pt x="186" y="132"/>
                </a:lnTo>
                <a:lnTo>
                  <a:pt x="155" y="148"/>
                </a:lnTo>
                <a:lnTo>
                  <a:pt x="124" y="165"/>
                </a:lnTo>
                <a:lnTo>
                  <a:pt x="93" y="185"/>
                </a:lnTo>
                <a:lnTo>
                  <a:pt x="62" y="207"/>
                </a:lnTo>
                <a:lnTo>
                  <a:pt x="31" y="232"/>
                </a:lnTo>
                <a:lnTo>
                  <a:pt x="0" y="260"/>
                </a:lnTo>
                <a:close/>
              </a:path>
            </a:pathLst>
          </a:custGeom>
          <a:solidFill>
            <a:srgbClr val="B7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-304800" y="4124325"/>
            <a:ext cx="10582275" cy="2181225"/>
          </a:xfrm>
          <a:custGeom>
            <a:avLst/>
            <a:gdLst/>
            <a:ahLst/>
            <a:cxnLst/>
            <a:rect l="l" t="t" r="r" b="b"/>
            <a:pathLst>
              <a:path w="1111" h="229">
                <a:moveTo>
                  <a:pt x="4" y="229"/>
                </a:moveTo>
                <a:lnTo>
                  <a:pt x="35" y="206"/>
                </a:lnTo>
                <a:lnTo>
                  <a:pt x="65" y="184"/>
                </a:lnTo>
                <a:lnTo>
                  <a:pt x="96" y="166"/>
                </a:lnTo>
                <a:lnTo>
                  <a:pt x="127" y="148"/>
                </a:lnTo>
                <a:lnTo>
                  <a:pt x="157" y="133"/>
                </a:lnTo>
                <a:lnTo>
                  <a:pt x="188" y="120"/>
                </a:lnTo>
                <a:lnTo>
                  <a:pt x="219" y="107"/>
                </a:lnTo>
                <a:lnTo>
                  <a:pt x="249" y="96"/>
                </a:lnTo>
                <a:lnTo>
                  <a:pt x="280" y="87"/>
                </a:lnTo>
                <a:lnTo>
                  <a:pt x="311" y="78"/>
                </a:lnTo>
                <a:lnTo>
                  <a:pt x="342" y="70"/>
                </a:lnTo>
                <a:lnTo>
                  <a:pt x="372" y="63"/>
                </a:lnTo>
                <a:lnTo>
                  <a:pt x="403" y="57"/>
                </a:lnTo>
                <a:lnTo>
                  <a:pt x="434" y="51"/>
                </a:lnTo>
                <a:lnTo>
                  <a:pt x="465" y="46"/>
                </a:lnTo>
                <a:lnTo>
                  <a:pt x="495" y="41"/>
                </a:lnTo>
                <a:lnTo>
                  <a:pt x="526" y="37"/>
                </a:lnTo>
                <a:lnTo>
                  <a:pt x="557" y="33"/>
                </a:lnTo>
                <a:lnTo>
                  <a:pt x="588" y="30"/>
                </a:lnTo>
                <a:lnTo>
                  <a:pt x="618" y="27"/>
                </a:lnTo>
                <a:lnTo>
                  <a:pt x="649" y="25"/>
                </a:lnTo>
                <a:lnTo>
                  <a:pt x="680" y="22"/>
                </a:lnTo>
                <a:lnTo>
                  <a:pt x="711" y="20"/>
                </a:lnTo>
                <a:lnTo>
                  <a:pt x="742" y="18"/>
                </a:lnTo>
                <a:lnTo>
                  <a:pt x="772" y="17"/>
                </a:lnTo>
                <a:lnTo>
                  <a:pt x="803" y="15"/>
                </a:lnTo>
                <a:lnTo>
                  <a:pt x="834" y="14"/>
                </a:lnTo>
                <a:lnTo>
                  <a:pt x="865" y="12"/>
                </a:lnTo>
                <a:lnTo>
                  <a:pt x="896" y="11"/>
                </a:lnTo>
                <a:lnTo>
                  <a:pt x="926" y="10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4"/>
                </a:lnTo>
                <a:lnTo>
                  <a:pt x="895" y="5"/>
                </a:lnTo>
                <a:lnTo>
                  <a:pt x="865" y="6"/>
                </a:lnTo>
                <a:lnTo>
                  <a:pt x="834" y="8"/>
                </a:lnTo>
                <a:lnTo>
                  <a:pt x="803" y="9"/>
                </a:lnTo>
                <a:lnTo>
                  <a:pt x="772" y="11"/>
                </a:lnTo>
                <a:lnTo>
                  <a:pt x="741" y="12"/>
                </a:lnTo>
                <a:lnTo>
                  <a:pt x="710" y="14"/>
                </a:lnTo>
                <a:lnTo>
                  <a:pt x="680" y="16"/>
                </a:lnTo>
                <a:lnTo>
                  <a:pt x="649" y="19"/>
                </a:lnTo>
                <a:lnTo>
                  <a:pt x="618" y="21"/>
                </a:lnTo>
                <a:lnTo>
                  <a:pt x="587" y="24"/>
                </a:lnTo>
                <a:lnTo>
                  <a:pt x="556" y="27"/>
                </a:lnTo>
                <a:lnTo>
                  <a:pt x="525" y="31"/>
                </a:lnTo>
                <a:lnTo>
                  <a:pt x="495" y="35"/>
                </a:lnTo>
                <a:lnTo>
                  <a:pt x="464" y="40"/>
                </a:lnTo>
                <a:lnTo>
                  <a:pt x="433" y="45"/>
                </a:lnTo>
                <a:lnTo>
                  <a:pt x="402" y="51"/>
                </a:lnTo>
                <a:lnTo>
                  <a:pt x="371" y="57"/>
                </a:lnTo>
                <a:lnTo>
                  <a:pt x="340" y="64"/>
                </a:lnTo>
                <a:lnTo>
                  <a:pt x="309" y="72"/>
                </a:lnTo>
                <a:lnTo>
                  <a:pt x="278" y="81"/>
                </a:lnTo>
                <a:lnTo>
                  <a:pt x="248" y="91"/>
                </a:lnTo>
                <a:lnTo>
                  <a:pt x="217" y="102"/>
                </a:lnTo>
                <a:lnTo>
                  <a:pt x="186" y="114"/>
                </a:lnTo>
                <a:lnTo>
                  <a:pt x="155" y="128"/>
                </a:lnTo>
                <a:lnTo>
                  <a:pt x="124" y="143"/>
                </a:lnTo>
                <a:lnTo>
                  <a:pt x="93" y="160"/>
                </a:lnTo>
                <a:lnTo>
                  <a:pt x="62" y="179"/>
                </a:lnTo>
                <a:lnTo>
                  <a:pt x="31" y="201"/>
                </a:lnTo>
                <a:lnTo>
                  <a:pt x="0" y="225"/>
                </a:lnTo>
                <a:close/>
              </a:path>
            </a:pathLst>
          </a:custGeom>
          <a:solidFill>
            <a:srgbClr val="B7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-304800" y="3514725"/>
            <a:ext cx="10582275" cy="2790825"/>
          </a:xfrm>
          <a:custGeom>
            <a:avLst/>
            <a:gdLst/>
            <a:ahLst/>
            <a:cxnLst/>
            <a:rect l="l" t="t" r="r" b="b"/>
            <a:pathLst>
              <a:path w="1111" h="293">
                <a:moveTo>
                  <a:pt x="4" y="293"/>
                </a:moveTo>
                <a:lnTo>
                  <a:pt x="35" y="263"/>
                </a:lnTo>
                <a:lnTo>
                  <a:pt x="66" y="235"/>
                </a:lnTo>
                <a:lnTo>
                  <a:pt x="96" y="211"/>
                </a:lnTo>
                <a:lnTo>
                  <a:pt x="127" y="189"/>
                </a:lnTo>
                <a:lnTo>
                  <a:pt x="158" y="169"/>
                </a:lnTo>
                <a:lnTo>
                  <a:pt x="188" y="152"/>
                </a:lnTo>
                <a:lnTo>
                  <a:pt x="219" y="136"/>
                </a:lnTo>
                <a:lnTo>
                  <a:pt x="250" y="122"/>
                </a:lnTo>
                <a:lnTo>
                  <a:pt x="280" y="109"/>
                </a:lnTo>
                <a:lnTo>
                  <a:pt x="311" y="98"/>
                </a:lnTo>
                <a:lnTo>
                  <a:pt x="342" y="88"/>
                </a:lnTo>
                <a:lnTo>
                  <a:pt x="373" y="78"/>
                </a:lnTo>
                <a:lnTo>
                  <a:pt x="403" y="70"/>
                </a:lnTo>
                <a:lnTo>
                  <a:pt x="434" y="63"/>
                </a:lnTo>
                <a:lnTo>
                  <a:pt x="465" y="56"/>
                </a:lnTo>
                <a:lnTo>
                  <a:pt x="496" y="51"/>
                </a:lnTo>
                <a:lnTo>
                  <a:pt x="526" y="45"/>
                </a:lnTo>
                <a:lnTo>
                  <a:pt x="557" y="41"/>
                </a:lnTo>
                <a:lnTo>
                  <a:pt x="588" y="36"/>
                </a:lnTo>
                <a:lnTo>
                  <a:pt x="619" y="33"/>
                </a:lnTo>
                <a:lnTo>
                  <a:pt x="649" y="29"/>
                </a:lnTo>
                <a:lnTo>
                  <a:pt x="680" y="26"/>
                </a:lnTo>
                <a:lnTo>
                  <a:pt x="711" y="23"/>
                </a:lnTo>
                <a:lnTo>
                  <a:pt x="742" y="21"/>
                </a:lnTo>
                <a:lnTo>
                  <a:pt x="772" y="19"/>
                </a:lnTo>
                <a:lnTo>
                  <a:pt x="803" y="17"/>
                </a:lnTo>
                <a:lnTo>
                  <a:pt x="834" y="15"/>
                </a:lnTo>
                <a:lnTo>
                  <a:pt x="865" y="14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6"/>
                </a:lnTo>
                <a:lnTo>
                  <a:pt x="1111" y="6"/>
                </a:lnTo>
                <a:lnTo>
                  <a:pt x="1111" y="0"/>
                </a:lnTo>
                <a:lnTo>
                  <a:pt x="1080" y="0"/>
                </a:lnTo>
                <a:lnTo>
                  <a:pt x="1049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8"/>
                </a:lnTo>
                <a:lnTo>
                  <a:pt x="834" y="9"/>
                </a:lnTo>
                <a:lnTo>
                  <a:pt x="803" y="11"/>
                </a:lnTo>
                <a:lnTo>
                  <a:pt x="772" y="13"/>
                </a:lnTo>
                <a:lnTo>
                  <a:pt x="741" y="15"/>
                </a:lnTo>
                <a:lnTo>
                  <a:pt x="710" y="17"/>
                </a:lnTo>
                <a:lnTo>
                  <a:pt x="680" y="20"/>
                </a:lnTo>
                <a:lnTo>
                  <a:pt x="649" y="23"/>
                </a:lnTo>
                <a:lnTo>
                  <a:pt x="618" y="27"/>
                </a:lnTo>
                <a:lnTo>
                  <a:pt x="587" y="30"/>
                </a:lnTo>
                <a:lnTo>
                  <a:pt x="556" y="35"/>
                </a:lnTo>
                <a:lnTo>
                  <a:pt x="525" y="39"/>
                </a:lnTo>
                <a:lnTo>
                  <a:pt x="494" y="45"/>
                </a:lnTo>
                <a:lnTo>
                  <a:pt x="464" y="51"/>
                </a:lnTo>
                <a:lnTo>
                  <a:pt x="433" y="57"/>
                </a:lnTo>
                <a:lnTo>
                  <a:pt x="402" y="64"/>
                </a:lnTo>
                <a:lnTo>
                  <a:pt x="371" y="73"/>
                </a:lnTo>
                <a:lnTo>
                  <a:pt x="340" y="82"/>
                </a:lnTo>
                <a:lnTo>
                  <a:pt x="309" y="92"/>
                </a:lnTo>
                <a:lnTo>
                  <a:pt x="278" y="103"/>
                </a:lnTo>
                <a:lnTo>
                  <a:pt x="247" y="116"/>
                </a:lnTo>
                <a:lnTo>
                  <a:pt x="216" y="130"/>
                </a:lnTo>
                <a:lnTo>
                  <a:pt x="185" y="146"/>
                </a:lnTo>
                <a:lnTo>
                  <a:pt x="154" y="164"/>
                </a:lnTo>
                <a:lnTo>
                  <a:pt x="124" y="184"/>
                </a:lnTo>
                <a:lnTo>
                  <a:pt x="93" y="206"/>
                </a:lnTo>
                <a:lnTo>
                  <a:pt x="62" y="231"/>
                </a:lnTo>
                <a:lnTo>
                  <a:pt x="31" y="258"/>
                </a:lnTo>
                <a:lnTo>
                  <a:pt x="0" y="289"/>
                </a:lnTo>
                <a:close/>
              </a:path>
            </a:pathLst>
          </a:custGeom>
          <a:solidFill>
            <a:srgbClr val="B7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-323850" y="1866900"/>
            <a:ext cx="5915025" cy="4438650"/>
          </a:xfrm>
          <a:custGeom>
            <a:avLst/>
            <a:gdLst/>
            <a:ahLst/>
            <a:cxnLst/>
            <a:rect l="l" t="t" r="r" b="b"/>
            <a:pathLst>
              <a:path w="621" h="466">
                <a:moveTo>
                  <a:pt x="8" y="466"/>
                </a:moveTo>
                <a:lnTo>
                  <a:pt x="39" y="413"/>
                </a:lnTo>
                <a:lnTo>
                  <a:pt x="70" y="365"/>
                </a:lnTo>
                <a:lnTo>
                  <a:pt x="100" y="322"/>
                </a:lnTo>
                <a:lnTo>
                  <a:pt x="131" y="284"/>
                </a:lnTo>
                <a:lnTo>
                  <a:pt x="162" y="249"/>
                </a:lnTo>
                <a:lnTo>
                  <a:pt x="192" y="218"/>
                </a:lnTo>
                <a:lnTo>
                  <a:pt x="223" y="191"/>
                </a:lnTo>
                <a:lnTo>
                  <a:pt x="254" y="166"/>
                </a:lnTo>
                <a:lnTo>
                  <a:pt x="284" y="144"/>
                </a:lnTo>
                <a:lnTo>
                  <a:pt x="315" y="124"/>
                </a:lnTo>
                <a:lnTo>
                  <a:pt x="345" y="106"/>
                </a:lnTo>
                <a:lnTo>
                  <a:pt x="376" y="90"/>
                </a:lnTo>
                <a:lnTo>
                  <a:pt x="407" y="76"/>
                </a:lnTo>
                <a:lnTo>
                  <a:pt x="437" y="63"/>
                </a:lnTo>
                <a:lnTo>
                  <a:pt x="468" y="52"/>
                </a:lnTo>
                <a:lnTo>
                  <a:pt x="498" y="42"/>
                </a:lnTo>
                <a:lnTo>
                  <a:pt x="529" y="32"/>
                </a:lnTo>
                <a:lnTo>
                  <a:pt x="560" y="24"/>
                </a:lnTo>
                <a:lnTo>
                  <a:pt x="591" y="17"/>
                </a:lnTo>
                <a:lnTo>
                  <a:pt x="621" y="10"/>
                </a:lnTo>
                <a:lnTo>
                  <a:pt x="619" y="0"/>
                </a:lnTo>
                <a:lnTo>
                  <a:pt x="588" y="7"/>
                </a:lnTo>
                <a:lnTo>
                  <a:pt x="557" y="14"/>
                </a:lnTo>
                <a:lnTo>
                  <a:pt x="526" y="23"/>
                </a:lnTo>
                <a:lnTo>
                  <a:pt x="495" y="32"/>
                </a:lnTo>
                <a:lnTo>
                  <a:pt x="464" y="42"/>
                </a:lnTo>
                <a:lnTo>
                  <a:pt x="434" y="54"/>
                </a:lnTo>
                <a:lnTo>
                  <a:pt x="403" y="67"/>
                </a:lnTo>
                <a:lnTo>
                  <a:pt x="372" y="81"/>
                </a:lnTo>
                <a:lnTo>
                  <a:pt x="341" y="97"/>
                </a:lnTo>
                <a:lnTo>
                  <a:pt x="309" y="116"/>
                </a:lnTo>
                <a:lnTo>
                  <a:pt x="278" y="136"/>
                </a:lnTo>
                <a:lnTo>
                  <a:pt x="247" y="158"/>
                </a:lnTo>
                <a:lnTo>
                  <a:pt x="216" y="183"/>
                </a:lnTo>
                <a:lnTo>
                  <a:pt x="185" y="211"/>
                </a:lnTo>
                <a:lnTo>
                  <a:pt x="154" y="242"/>
                </a:lnTo>
                <a:lnTo>
                  <a:pt x="123" y="277"/>
                </a:lnTo>
                <a:lnTo>
                  <a:pt x="92" y="316"/>
                </a:lnTo>
                <a:lnTo>
                  <a:pt x="61" y="359"/>
                </a:lnTo>
                <a:lnTo>
                  <a:pt x="31" y="408"/>
                </a:lnTo>
                <a:lnTo>
                  <a:pt x="0" y="462"/>
                </a:lnTo>
                <a:close/>
              </a:path>
            </a:pathLst>
          </a:custGeom>
          <a:solidFill>
            <a:srgbClr val="E0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-19050" y="6286500"/>
            <a:ext cx="10325100" cy="19050"/>
          </a:xfrm>
          <a:prstGeom prst="rect">
            <a:avLst/>
          </a:prstGeom>
          <a:solidFill>
            <a:srgbClr val="C4B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800100"/>
            <a:ext cx="86868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E0442E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3259" y="1535186"/>
            <a:ext cx="36195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E0442E"/>
                </a:solidFill>
                <a:latin typeface="Space Grotesk"/>
              </a:rPr>
              <a:t>7,6% aos 10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259" y="1859036"/>
            <a:ext cx="3619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837C6E"/>
                </a:solidFill>
                <a:latin typeface="Space Grotesk"/>
              </a:rPr>
              <a:t>a safra 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2766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837C6E"/>
                </a:solidFill>
                <a:latin typeface="Space Grotesk"/>
              </a:rPr>
              <a:t>safras anteriores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837C6E"/>
                </a:solidFill>
                <a:latin typeface="Space Grotesk"/>
              </a:rPr>
              <a:t>originação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650" b="0">
                <a:solidFill>
                  <a:srgbClr val="837C6E"/>
                </a:solidFill>
                <a:latin typeface="Space Grotesk"/>
              </a:rPr>
              <a:t>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7048500"/>
            <a:ext cx="8686800" cy="1685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50" b="0">
                <a:solidFill>
                  <a:srgbClr val="191A1E"/>
                </a:solidFill>
                <a:latin typeface="Archivo Black"/>
              </a:rPr>
              <a:t>SAFRA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82677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837C6E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8753475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191A1E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9982200"/>
            <a:ext cx="8686800" cy="828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E0442E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08204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837C6E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E0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E0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E0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E0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837C6E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