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GLOSSÁRIO DE RISCO — VERBETE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9200"/>
            <a:ext cx="8686800" cy="1933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0">
                <a:solidFill>
                  <a:srgbClr val="F4F1EA"/>
                </a:solidFill>
                <a:latin typeface="Archivo Black"/>
              </a:rPr>
              <a:t>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705100"/>
            <a:ext cx="8686800" cy="466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>
                <a:solidFill>
                  <a:srgbClr val="9BA1AB"/>
                </a:solidFill>
                <a:latin typeface="Space Grotesk"/>
              </a:rPr>
              <a:t>Kolmogorov–Smirnov, a separação do modelo</a:t>
            </a:r>
          </a:p>
        </p:txBody>
      </p:sp>
      <p:pic>
        <p:nvPicPr>
          <p:cNvPr id="6" name="Picture 5" descr="verbete_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95650"/>
            <a:ext cx="8915400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8515350"/>
            <a:ext cx="868680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50" b="0">
                <a:solidFill>
                  <a:srgbClr val="F4F1EA"/>
                </a:solidFill>
                <a:latin typeface="Space Grotesk"/>
              </a:rPr>
              <a:t>A maior distância entre as curvas acumuladas de bons e maus ao longo do score. Quanto maior, melhor o modelo separa os dois grupos.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9810750"/>
            <a:ext cx="8686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BEF264"/>
                </a:solidFill>
                <a:latin typeface="Space Grotesk"/>
              </a:rPr>
              <a:t>KS é medido no melhor ponto da régua — não garante a régua inteira, nem que ela continua boa na safra que vem.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0706100"/>
            <a:ext cx="8686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9BA1AB"/>
                </a:solidFill>
                <a:latin typeface="Space Grotesk"/>
              </a:rPr>
              <a:t>→ Salva pro próximo comitê de modelos.</a:t>
            </a:r>
          </a:p>
        </p:txBody>
      </p:sp>
      <p:pic>
        <p:nvPicPr>
          <p:cNvPr id="10" name="Picture 9" descr="marca_gloss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