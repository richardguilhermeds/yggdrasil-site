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NOVA SÉRIE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2019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300" b="0">
                <a:solidFill>
                  <a:srgbClr val="F4F1EA"/>
                </a:solidFill>
                <a:latin typeface="Archivo Black"/>
              </a:rPr>
              <a:t>O glossário visual do risco de crédito.</a:t>
            </a:r>
          </a:p>
        </p:txBody>
      </p:sp>
      <p:pic>
        <p:nvPicPr>
          <p:cNvPr id="5" name="Picture 4" descr="marca_glossario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4381500"/>
            <a:ext cx="38100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3810000"/>
            <a:ext cx="4762500" cy="2724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F4F1EA"/>
                </a:solidFill>
                <a:latin typeface="Space Grotesk"/>
              </a:rPr>
              <a:t>Um termo por post, um diagrama por termo, zero juridiquês. PD, LGD, KS, PSI, safra — e o que mais aparecer no comitê com cara séria.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210800"/>
            <a:ext cx="86868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BEF264"/>
                </a:solidFill>
                <a:latin typeface="Space Grotesk"/>
              </a:rPr>
              <a:t>→ Um verbete por semana. Salva a coleção.</a:t>
            </a:r>
          </a:p>
        </p:txBody>
      </p:sp>
      <p:pic>
        <p:nvPicPr>
          <p:cNvPr id="8" name="Picture 7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