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9200"/>
            <a:ext cx="8686800" cy="1933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0">
                <a:solidFill>
                  <a:srgbClr val="F4F1EA"/>
                </a:solidFill>
                <a:latin typeface="Archivo Black"/>
              </a:rPr>
              <a:t>LGD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05100"/>
            <a:ext cx="8686800" cy="466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9BA1AB"/>
                </a:solidFill>
                <a:latin typeface="Space Grotesk"/>
              </a:rPr>
              <a:t>perda dado o default</a:t>
            </a:r>
          </a:p>
        </p:txBody>
      </p:sp>
      <p:pic>
        <p:nvPicPr>
          <p:cNvPr id="6" name="Picture 5" descr="verbete_l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5650"/>
            <a:ext cx="89154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7372350"/>
            <a:ext cx="86868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50" b="0">
                <a:solidFill>
                  <a:srgbClr val="F4F1EA"/>
                </a:solidFill>
                <a:latin typeface="Space Grotesk"/>
              </a:rPr>
              <a:t>De tudo que estava exposto no momento do default, a fração que não volta — líquida de recuperações, garantias e do custo de recuperar.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8667750"/>
            <a:ext cx="8686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BEF264"/>
                </a:solidFill>
                <a:latin typeface="Space Grotesk"/>
              </a:rPr>
              <a:t>Default não é perder tudo. Mas o que volta, volta tarde — e dinheiro atrasado vale menos: o desconto faz parte da conta.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9563100"/>
            <a:ext cx="8686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9BA1AB"/>
                </a:solidFill>
                <a:latin typeface="Space Grotesk"/>
              </a:rPr>
              <a:t>→ Manda pra quem acha que garantia resolve 100%.</a:t>
            </a:r>
          </a:p>
        </p:txBody>
      </p:sp>
      <p:pic>
        <p:nvPicPr>
          <p:cNvPr id="10" name="Picture 9" descr="marca_gloss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