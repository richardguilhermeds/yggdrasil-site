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0287000" cy="1285875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287000" cy="12858750"/>
          </a:xfrm>
          <a:prstGeom prst="rect">
            <a:avLst/>
          </a:prstGeom>
          <a:solidFill>
            <a:srgbClr val="0E0F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00100" y="800100"/>
            <a:ext cx="8686800" cy="35242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>
                <a:solidFill>
                  <a:srgbClr val="FF4D00"/>
                </a:solidFill>
                <a:latin typeface="Space Grotesk"/>
              </a:rPr>
              <a:t>EIXO TORTO — CRIME 03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00100" y="1295400"/>
            <a:ext cx="8686800" cy="187642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</a:pPr>
            <a:r>
              <a:rPr sz="5850" b="0">
                <a:solidFill>
                  <a:srgbClr val="F4F1EA"/>
                </a:solidFill>
                <a:latin typeface="Archivo Black"/>
              </a:rPr>
              <a:t>O dobro que parece o quádruplo</a:t>
            </a:r>
          </a:p>
        </p:txBody>
      </p:sp>
      <p:pic>
        <p:nvPicPr>
          <p:cNvPr id="5" name="Picture 4" descr="crime03_raio_are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3219450"/>
            <a:ext cx="8915400" cy="57150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00100" y="9220200"/>
            <a:ext cx="8686800" cy="86677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2325" b="0">
                <a:solidFill>
                  <a:srgbClr val="F4F1EA"/>
                </a:solidFill>
                <a:latin typeface="Space Grotesk"/>
              </a:rPr>
              <a:t>O valor dobrou, mas dobrar o raio multiplica a área por quatro — e o olho lê área.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00100" y="10191750"/>
            <a:ext cx="8686800" cy="44767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2175" b="1">
                <a:solidFill>
                  <a:srgbClr val="FF4D00"/>
                </a:solidFill>
                <a:latin typeface="Space Grotesk"/>
              </a:rPr>
              <a:t>→ Manda com carinho pra quem ama infográfico de bolha.</a:t>
            </a:r>
          </a:p>
        </p:txBody>
      </p:sp>
      <p:pic>
        <p:nvPicPr>
          <p:cNvPr id="8" name="Picture 7" descr="marca_eixo_tort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0100" y="11658600"/>
            <a:ext cx="381000" cy="3810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352550" y="11715750"/>
            <a:ext cx="8134350" cy="3238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0">
                <a:solidFill>
                  <a:srgbClr val="9BA1AB"/>
                </a:solidFill>
                <a:latin typeface="Space Grotesk"/>
              </a:rPr>
              <a:t>Richard Guilherme · ciência de dados &amp; risco de crédito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