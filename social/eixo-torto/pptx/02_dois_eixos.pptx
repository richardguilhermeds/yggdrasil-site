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E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800100"/>
            <a:ext cx="8686800" cy="352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FF4D00"/>
                </a:solidFill>
                <a:latin typeface="Space Grotesk"/>
              </a:rPr>
              <a:t>EIXO TORTO — CRIME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295400"/>
            <a:ext cx="8686800" cy="1876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5850" b="0">
                <a:solidFill>
                  <a:srgbClr val="F4F1EA"/>
                </a:solidFill>
                <a:latin typeface="Archivo Black"/>
              </a:rPr>
              <a:t>Dois eixos provam qualquer tese</a:t>
            </a:r>
          </a:p>
        </p:txBody>
      </p:sp>
      <p:pic>
        <p:nvPicPr>
          <p:cNvPr id="5" name="Picture 4" descr="crime02_dois_eix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19450"/>
            <a:ext cx="8915400" cy="5905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" y="9410700"/>
            <a:ext cx="8686800" cy="866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25" b="0">
                <a:solidFill>
                  <a:srgbClr val="F4F1EA"/>
                </a:solidFill>
                <a:latin typeface="Space Grotesk"/>
              </a:rPr>
              <a:t>Cada série com seu eixo, cada eixo com a escala escolhida a dedo — e qualquer dupla de curvas “combina”.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10382250"/>
            <a:ext cx="8686800" cy="447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FF4D00"/>
                </a:solidFill>
                <a:latin typeface="Space Grotesk"/>
              </a:rPr>
              <a:t>→ Comenta o pior eixo duplo que você já viu num dashboard.</a:t>
            </a:r>
          </a:p>
        </p:txBody>
      </p:sp>
      <p:pic>
        <p:nvPicPr>
          <p:cNvPr id="8" name="Picture 7" descr="marca_eixo_tor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1658600"/>
            <a:ext cx="3810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52550" y="11715750"/>
            <a:ext cx="81343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9BA1AB"/>
                </a:solidFill>
                <a:latin typeface="Space Grotesk"/>
              </a:rPr>
              <a:t>Richard Guilherme · ciência de dados &amp; risco de crédito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