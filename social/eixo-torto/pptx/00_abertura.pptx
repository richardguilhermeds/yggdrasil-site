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4D00"/>
                </a:solidFill>
                <a:latin typeface="Space Grotesk"/>
              </a:rPr>
              <a:t>NOVA SÉRIE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368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300" b="0">
                <a:solidFill>
                  <a:srgbClr val="F4F1EA"/>
                </a:solidFill>
                <a:latin typeface="Archivo Black"/>
              </a:rPr>
              <a:t>Todo gráfico conta uma história. Alguns contam mentira.</a:t>
            </a:r>
          </a:p>
        </p:txBody>
      </p:sp>
      <p:pic>
        <p:nvPicPr>
          <p:cNvPr id="5" name="Picture 4" descr="marca_eixo_torto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5314950"/>
            <a:ext cx="3143250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600700"/>
            <a:ext cx="5143500" cy="2295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F4F1EA"/>
                </a:solidFill>
                <a:latin typeface="Space Grotesk"/>
              </a:rPr>
              <a:t>Eixo cortado, escala esperta, janela conveniente, acumulado eterno: os truques que transformam dado honesto em manchete torta.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210800"/>
            <a:ext cx="8686800" cy="86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4D00"/>
                </a:solidFill>
                <a:latin typeface="Space Grotesk"/>
              </a:rPr>
              <a:t>→ Um crime por semana. Salva e segue pra não cair no próximo.</a:t>
            </a:r>
          </a:p>
        </p:txBody>
      </p:sp>
      <p:pic>
        <p:nvPicPr>
          <p:cNvPr id="8" name="Picture 7" descr="marca_eixo_to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