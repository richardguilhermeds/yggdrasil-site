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4D00"/>
                </a:solidFill>
                <a:latin typeface="Space Grotesk"/>
              </a:rPr>
              <a:t>EIXO TORTO — CRIME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95400"/>
            <a:ext cx="8686800" cy="1876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850" b="0">
                <a:solidFill>
                  <a:srgbClr val="F4F1EA"/>
                </a:solidFill>
                <a:latin typeface="Archivo Black"/>
              </a:rPr>
              <a:t>O crescimento que só existe no eixo</a:t>
            </a:r>
          </a:p>
        </p:txBody>
      </p:sp>
      <p:pic>
        <p:nvPicPr>
          <p:cNvPr id="5" name="Picture 4" descr="crime01_eixo_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19450"/>
            <a:ext cx="8915400" cy="571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9220200"/>
            <a:ext cx="8686800" cy="866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25" b="0">
                <a:solidFill>
                  <a:srgbClr val="F4F1EA"/>
                </a:solidFill>
                <a:latin typeface="Space Grotesk"/>
              </a:rPr>
              <a:t>Mesmos números, mesma variação: +0,9 ponto. O que muda é onde o eixo começa.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0191750"/>
            <a:ext cx="8686800" cy="4476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FF4D00"/>
                </a:solidFill>
                <a:latin typeface="Space Grotesk"/>
              </a:rPr>
              <a:t>→ Salva pra próxima reunião de resultados.</a:t>
            </a:r>
          </a:p>
        </p:txBody>
      </p:sp>
      <p:pic>
        <p:nvPicPr>
          <p:cNvPr id="8" name="Picture 7" descr="marca_eixo_to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