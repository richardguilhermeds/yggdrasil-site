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EIXO TORTO — CRIME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1876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50" b="0">
                <a:solidFill>
                  <a:srgbClr val="F4F1EA"/>
                </a:solidFill>
                <a:latin typeface="Archivo Black"/>
              </a:rPr>
              <a:t>Acumulado nunca cai</a:t>
            </a:r>
          </a:p>
        </p:txBody>
      </p:sp>
      <p:pic>
        <p:nvPicPr>
          <p:cNvPr id="5" name="Picture 4" descr="crime05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19450"/>
            <a:ext cx="8915400" cy="647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99822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 b="0">
                <a:solidFill>
                  <a:srgbClr val="F4F1EA"/>
                </a:solidFill>
                <a:latin typeface="Space Grotesk"/>
              </a:rPr>
              <a:t>O total acumulado cresce até no mês em que quase ninguém chegou. A curva de baixo é o produto.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95375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FF4D00"/>
                </a:solidFill>
                <a:latin typeface="Space Grotesk"/>
              </a:rPr>
              <a:t>→ Salva a série inteira antes da próxima all-hands.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